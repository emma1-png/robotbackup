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3" d="100"/>
          <a:sy n="63" d="100"/>
        </p:scale>
        <p:origin x="64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80394-4C26-47C2-AB6B-E3DCF8DF00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118AA4-1AF3-4D8C-AEE0-E837E48E29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EB9C1-E81F-49BC-9E10-A05ED201C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707A4-FC2D-4BEE-93C2-455B3AC0D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9F378-168A-4532-9618-757ADE157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6759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023F-6383-4604-9336-17BD34B06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28105-4036-497C-8343-2B41DA66BA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D7B58-A851-4099-904F-8C84D20DB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E2A06A-6CAC-4EA0-A4A1-76599A988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53502-ACA0-44FC-9FC4-E2F6C8EA9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9939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4C32-17F5-460C-813E-543D9BD8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9FC6-387B-4030-8B18-9CDF50FC6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073768-5992-4EA8-A380-6F6262B4F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186A8-2E35-4676-9414-3E7AE59C3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3499F9-B9D5-4F9E-8021-7ADE927A0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8607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0E08D-1AED-4A04-8D90-4DC01B0EE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44D25-E88B-4875-A110-223D18D0AE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75BD4E-CC22-4C9A-8F5D-ABC08A9AD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FA6F1-ACBE-4B1E-AA63-A424DF980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D323F0-5EF1-4CB3-B885-4899CCBA6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AA6203-B150-4A7B-B9EF-81D120EC6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68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BCFE1-14F6-4CB9-A6BD-52767EEAB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71D88-51AB-4FA1-8C30-EE6B0040E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7455BE-3963-45B4-9A0E-D3AE4D13B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5BF60C-F3C8-4C5B-B6A5-AA7A1BFF98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3EED6B-D8BC-4C92-ACE0-8F2D323BCB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2D9BBE-0E4D-4F0F-A9EC-0225366D1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62181-8408-4D65-8E52-D9C0AEEEB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66F774-7FF8-4DFD-A724-385F528E6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5535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8A25-EA7E-427F-ABDA-2F1690BD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B0211FB-942F-4D93-AACF-D0E827BAC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CF87F6-31F9-4D0F-A2EF-81561A3989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D4ED76-5492-47F0-9F69-D80BB5636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73057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CCA1F4-38CC-4A98-9B5E-17B9622A1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BD2D5E-020F-4A5A-91AF-CD38F4099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170C28-A7D5-487B-B3DA-901D82543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879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3AD87-9254-41DD-AADD-173BF3C3C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92380E-6076-40D0-8754-E3E27ECFF0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604D3-ACB2-4D33-BC57-949B759F4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CB57EF-B6CD-4B28-B2F1-33DD289F4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805881-229E-4FE3-806B-84BAC1E75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DA184E-CFE7-4F40-BF66-96BA81F47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480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F9B6-7F60-426A-BCF0-1269B32CC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331CB-3CD3-41C4-9671-73474989A0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770FCD-5794-415B-B7BF-9F6C6F4040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F1ADA5-22AF-4F91-9084-8FDEF81E8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1EAF15-C71E-4395-9386-7509F021B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E3308-1084-4FEF-9D96-2F2BA80A0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647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1811D-9C35-426A-8DD3-8F7E861D9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ACACFE-0E19-4467-AB6B-72BA1FD04D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E05A31-CB99-4182-AC2F-8F04D4C4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195EE-15BF-4F36-99A3-F756E39FC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94E6C-D826-437D-929C-91F9924B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296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320100-767F-49EE-A10C-5B72DFC35E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8FF850-52FF-4A70-9D82-0A8C4B7C5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59C665-E1EB-4DE4-B947-41C89F6A5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0E8B5-3F65-4593-AF3B-73255D05669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DC016-D6AD-408A-840A-F87375BE7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56F9C-390D-471B-BF89-031AE3AD3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37699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211260-B8B1-496E-9B3A-691932807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302254-A002-49B1-9072-1A7B54D4C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6EC65A-1019-44B8-8A32-7F5B8CACE6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0E8B5-3F65-4593-AF3B-73255D056693}" type="datetimeFigureOut">
              <a:rPr lang="en-GB" smtClean="0"/>
              <a:t>18/12/2025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A057D8-E7BF-4BEE-A208-27478C93B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1D5C4-78E3-470F-8F81-AFBEA75826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039E30-608A-4070-A9E8-FAE4479E99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5649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A2A35D-A9BF-4DF3-A908-BAB1A0C205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THIS IS AN EXCEPTIONAL ENGINEERING NOTEBOOK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D4B1E9-1622-45A5-8495-41935C20D80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67676767676767676767676767676767676767676767</a:t>
            </a:r>
          </a:p>
          <a:p>
            <a:r>
              <a:rPr lang="en-GB" dirty="0"/>
              <a:t>6767676767676767676767</a:t>
            </a:r>
          </a:p>
          <a:p>
            <a:r>
              <a:rPr lang="en-GB"/>
              <a:t>6767676767676767676767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3261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THIS IS AN EXCEPTIONAL ENGINEERING NOTEBOOK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AN EXCEPTIONAL ENGINEERING NOTEBOOK</dc:title>
  <dc:creator>Administrator</dc:creator>
  <cp:lastModifiedBy>Administrator</cp:lastModifiedBy>
  <cp:revision>1</cp:revision>
  <dcterms:created xsi:type="dcterms:W3CDTF">2025-12-18T16:57:54Z</dcterms:created>
  <dcterms:modified xsi:type="dcterms:W3CDTF">2025-12-18T16:58:11Z</dcterms:modified>
</cp:coreProperties>
</file>