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394-4C26-47C2-AB6B-E3DCF8DF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8AA4-1AF3-4D8C-AEE0-E837E48E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B9C1-E81F-49BC-9E10-A05ED201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07A4-FC2D-4BEE-93C2-455B3AC0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F378-168A-4532-9618-757ADE1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023F-6383-4604-9336-17BD34B0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8105-4036-497C-8343-2B41DA66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7B58-A851-4099-904F-8C84D20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A06A-6CAC-4EA0-A4A1-76599A98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3502-ACA0-44FC-9FC4-E2F6C8EA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4C32-17F5-460C-813E-543D9BD8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9FC6-387B-4030-8B18-9CDF50F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3768-5992-4EA8-A380-6F6262B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186A8-2E35-4676-9414-3E7AE59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99F9-B9D5-4F9E-8021-7ADE927A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E08D-1AED-4A04-8D90-4DC01B0E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4D25-E88B-4875-A110-223D18D0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BD4E-CC22-4C9A-8F5D-ABC08A9A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A6F1-ACBE-4B1E-AA63-A424DF9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23F0-5EF1-4CB3-B885-4899CCBA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A6203-B150-4A7B-B9EF-81D120E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E1-14F6-4CB9-A6BD-52767EEA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D88-51AB-4FA1-8C30-EE6B0040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55BE-3963-45B4-9A0E-D3AE4D13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F60C-F3C8-4C5B-B6A5-AA7A1BFF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EED6B-D8BC-4C92-ACE0-8F2D323BC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9BBE-0E4D-4F0F-A9EC-0225366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62181-8408-4D65-8E52-D9C0AEEE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6F774-7FF8-4DFD-A724-385F528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8A25-EA7E-427F-ABDA-2F1690B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11FB-942F-4D93-AACF-D0E827BA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F87F6-31F9-4D0F-A2EF-81561A39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D76-5492-47F0-9F69-D80BB56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CA1F4-38CC-4A98-9B5E-17B9622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D2D5E-020F-4A5A-91AF-CD38F409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28-A7D5-487B-B3DA-901D82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AD87-9254-41DD-AADD-173BF3C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380E-6076-40D0-8754-E3E27ECF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04D3-ACB2-4D33-BC57-949B759F4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57EF-B6CD-4B28-B2F1-33DD289F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5881-229E-4FE3-806B-84BAC1E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A184E-CFE7-4F40-BF66-96BA81F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F9B6-7F60-426A-BCF0-1269B32C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31CB-3CD3-41C4-9671-73474989A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0FCD-5794-415B-B7BF-9F6C6F40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ADA5-22AF-4F91-9084-8FDEF81E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AF15-C71E-4395-9386-7509F02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308-1084-4FEF-9D96-2F2BA80A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811D-9C35-426A-8DD3-8F7E861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CFE-0E19-4467-AB6B-72BA1FD0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A31-CB99-4182-AC2F-8F04D4C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95EE-15BF-4F36-99A3-F756E39F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4E6C-D826-437D-929C-91F9924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20100-767F-49EE-A10C-5B72DFC3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FF850-52FF-4A70-9D82-0A8C4B7C5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C665-E1EB-4DE4-B947-41C89F6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C016-D6AD-408A-840A-F87375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6F9C-390D-471B-BF89-031AE3A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6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11260-B8B1-496E-9B3A-6919328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2254-A002-49B1-9072-1A7B54D4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65A-1019-44B8-8A32-7F5B8CAC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0E8B5-3F65-4593-AF3B-73255D056693}" type="datetimeFigureOut">
              <a:rPr lang="en-GB" smtClean="0"/>
              <a:t>28/01/2026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57D8-E7BF-4BEE-A208-27478C93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D5C4-78E3-470F-8F81-AFBEA758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mma1-png/RobotBacku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35D-A9BF-4DF3-A908-BAB1A0C20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000" dirty="0">
                <a:solidFill>
                  <a:schemeClr val="tx2">
                    <a:lumMod val="75000"/>
                  </a:schemeClr>
                </a:solidFill>
              </a:rPr>
              <a:t>HHS 2025-2026 Robotics Season DECODE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4B1E9-1622-45A5-8495-41935C20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By Emma Taylor, Flynn </a:t>
            </a:r>
            <a:r>
              <a:rPr lang="en-GB" dirty="0" err="1">
                <a:solidFill>
                  <a:schemeClr val="accent1">
                    <a:lumMod val="75000"/>
                  </a:schemeClr>
                </a:solidFill>
              </a:rPr>
              <a:t>Lambley</a:t>
            </a:r>
            <a:r>
              <a:rPr lang="en-GB" dirty="0">
                <a:solidFill>
                  <a:schemeClr val="accent1">
                    <a:lumMod val="75000"/>
                  </a:schemeClr>
                </a:solidFill>
              </a:rPr>
              <a:t>, Elijah Sutton, Miles Clark </a:t>
            </a:r>
          </a:p>
        </p:txBody>
      </p:sp>
      <p:pic>
        <p:nvPicPr>
          <p:cNvPr id="1026" name="Picture 2" descr="FIRST Tech Challenge - YouTube">
            <a:extLst>
              <a:ext uri="{FF2B5EF4-FFF2-40B4-BE49-F238E27FC236}">
                <a16:creationId xmlns:a16="http://schemas.microsoft.com/office/drawing/2014/main" id="{5F313868-89A3-E250-3A3F-2C182F427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31B1940-250C-00DD-3DB6-5138FF9C8F35}"/>
              </a:ext>
            </a:extLst>
          </p:cNvPr>
          <p:cNvSpPr txBox="1"/>
          <p:nvPr/>
        </p:nvSpPr>
        <p:spPr>
          <a:xfrm>
            <a:off x="8396378" y="5833972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Team</a:t>
            </a:r>
            <a:r>
              <a:rPr lang="en-GB" sz="5400" b="1" dirty="0"/>
              <a:t> </a:t>
            </a:r>
            <a:r>
              <a:rPr lang="en-GB" sz="5400" b="1" dirty="0">
                <a:solidFill>
                  <a:schemeClr val="accent2">
                    <a:lumMod val="75000"/>
                  </a:schemeClr>
                </a:solidFill>
              </a:rPr>
              <a:t>21126</a:t>
            </a:r>
          </a:p>
        </p:txBody>
      </p:sp>
      <p:pic>
        <p:nvPicPr>
          <p:cNvPr id="1028" name="Picture 4" descr="2025-2026 DECODE">
            <a:extLst>
              <a:ext uri="{FF2B5EF4-FFF2-40B4-BE49-F238E27FC236}">
                <a16:creationId xmlns:a16="http://schemas.microsoft.com/office/drawing/2014/main" id="{ECEE3BC6-2D3F-0381-3BA6-4B25573E48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0479" y="100698"/>
            <a:ext cx="1762125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 custom software development">
            <a:extLst>
              <a:ext uri="{FF2B5EF4-FFF2-40B4-BE49-F238E27FC236}">
                <a16:creationId xmlns:a16="http://schemas.microsoft.com/office/drawing/2014/main" id="{0CF5A408-FDDE-1BC8-2288-95F504A6C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4892674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326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B37AE-BDDF-AB4A-46DD-DB5962858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BD050-93A7-350D-3B4B-44F78A45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Our robot uses omnidirectional wheels, which can sometimes be known as “</a:t>
            </a:r>
            <a:r>
              <a:rPr lang="en-GB" dirty="0" err="1"/>
              <a:t>mecanum</a:t>
            </a:r>
            <a:r>
              <a:rPr lang="en-GB" dirty="0"/>
              <a:t>”. With this, it allows our robot to move in many directions, enabling us to move in all degrees of motion.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If you or any other team wants to have a look at the code (written in Java), the repository on GitHub is </a:t>
            </a:r>
            <a:r>
              <a:rPr lang="en-GB" dirty="0">
                <a:hlinkClick r:id="rId2"/>
              </a:rPr>
              <a:t>here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266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85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HHS 2025-2026 Robotics Season DECODE</vt:lpstr>
      <vt:lpstr>Our Robot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EXCEPTIONAL ENGINEERING NOTEBOOK</dc:title>
  <dc:creator>Administrator</dc:creator>
  <cp:lastModifiedBy>Alistair Taylor</cp:lastModifiedBy>
  <cp:revision>3</cp:revision>
  <dcterms:created xsi:type="dcterms:W3CDTF">2025-12-18T16:57:54Z</dcterms:created>
  <dcterms:modified xsi:type="dcterms:W3CDTF">2026-01-28T14:21:17Z</dcterms:modified>
</cp:coreProperties>
</file>