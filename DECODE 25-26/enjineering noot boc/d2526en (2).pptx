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>
        <p:scale>
          <a:sx n="75" d="100"/>
          <a:sy n="75" d="100"/>
        </p:scale>
        <p:origin x="1836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6:16:09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3764 4082,'248'-693'0,"28"35"0,-272 648 0,197-435 0,19 9 0,522-767 0,-653 1082 0,-11 32 0,-66 76 0,1 1 0,1 0 0,0 1 0,0 0 0,1 1 0,1 1 0,25-12 0,-36 19 0,0 0 0,0 1 0,0 0 0,0 0 0,0 0 0,0 0 0,0 1 0,0-1 0,1 1 0,-1 1 0,0-1 0,0 1 0,0 0 0,0 0 0,0 0 0,0 1 0,0 0 0,0 0 0,-1 0 0,1 0 0,-1 1 0,1 0 0,-1 0 0,0 0 0,0 0 0,0 1 0,-1-1 0,1 1 0,-1 0 0,4 6 0,4 7 0,0 1 0,-1 0 0,-1 1 0,-1 0 0,-1 0 0,0 1 0,4 23 0,20 150 0,-28-167 0,81 848 0,-51-490 0,-12-181 0,72 305 0,-65-402 0,4-1 0,5-1 0,5-2 0,80 143 0,-106-219 0,0-1 0,2-1 0,0-1 0,2 0 0,0-2 0,2 0 0,0-1 0,36 23 0,-42-32 0,1-1 0,0-1 0,1 0 0,0-2 0,0 0 0,1-1 0,0 0 0,0-2 0,0 0 0,1-2 0,-1 0 0,1-1 0,34-2 0,-12-5 0,0-3 0,0 0 0,-1-3 0,0-2 0,-1-1 0,50-27 0,217-144 0,332-299 0,-449 333 0,-51 44 0,-13 19 0,-92 66 0,-6 3 0,2 2 0,36-18 0,-65 35 0,0 0 0,1 0 0,-1 1 0,0-1 0,1 1 0,-1-1 0,1 1 0,-1 0 0,1 0 0,-1 0 0,0-1 0,1 1 0,-1 0 0,1 1 0,2-1 0,-4 1 0,1-1 0,-1 0 0,1 1 0,-1-1 0,0 0 0,1 1 0,-1-1 0,0 1 0,0-1 0,1 0 0,-1 1 0,0-1 0,0 1 0,0-1 0,1 1 0,-1-1 0,0 1 0,0-1 0,0 1 0,0-1 0,0 1 0,0-1 0,0 1 0,0-1 0,0 1 0,0-1 0,0 1 0,-1 0 0,-1 5 0,0 0 0,0 0 0,-1-1 0,0 1 0,-6 9 0,-148 210 0,88-124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6:16:10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4082,'31'143'0,"-21"-4"0,-25 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0394-4C26-47C2-AB6B-E3DCF8DF0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18AA4-1AF3-4D8C-AEE0-E837E48E2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B9C1-E81F-49BC-9E10-A05ED201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07A4-FC2D-4BEE-93C2-455B3AC0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9F378-168A-4532-9618-757ADE15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75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023F-6383-4604-9336-17BD34B0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8105-4036-497C-8343-2B41DA66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7B58-A851-4099-904F-8C84D20D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2A06A-6CAC-4EA0-A4A1-76599A98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53502-ACA0-44FC-9FC4-E2F6C8EA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93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4C32-17F5-460C-813E-543D9BD8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9FC6-387B-4030-8B18-9CDF50FC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3768-5992-4EA8-A380-6F6262B4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186A8-2E35-4676-9414-3E7AE59C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499F9-B9D5-4F9E-8021-7ADE927A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6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E08D-1AED-4A04-8D90-4DC01B0E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44D25-E88B-4875-A110-223D18D0A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5BD4E-CC22-4C9A-8F5D-ABC08A9AD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FA6F1-ACBE-4B1E-AA63-A424DF98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323F0-5EF1-4CB3-B885-4899CCBA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A6203-B150-4A7B-B9EF-81D120EC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FE1-14F6-4CB9-A6BD-52767EEA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1D88-51AB-4FA1-8C30-EE6B0040E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455BE-3963-45B4-9A0E-D3AE4D13B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BF60C-F3C8-4C5B-B6A5-AA7A1BFF9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EED6B-D8BC-4C92-ACE0-8F2D323BC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D9BBE-0E4D-4F0F-A9EC-0225366D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62181-8408-4D65-8E52-D9C0AEEE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6F774-7FF8-4DFD-A724-385F528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53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8A25-EA7E-427F-ABDA-2F1690BD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211FB-942F-4D93-AACF-D0E827BA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F87F6-31F9-4D0F-A2EF-81561A398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4ED76-5492-47F0-9F69-D80BB563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05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CA1F4-38CC-4A98-9B5E-17B9622A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D2D5E-020F-4A5A-91AF-CD38F409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70C28-A7D5-487B-B3DA-901D8254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79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AD87-9254-41DD-AADD-173BF3C3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2380E-6076-40D0-8754-E3E27ECFF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604D3-ACB2-4D33-BC57-949B759F4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B57EF-B6CD-4B28-B2F1-33DD289F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05881-229E-4FE3-806B-84BAC1E7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A184E-CFE7-4F40-BF66-96BA81F4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8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F9B6-7F60-426A-BCF0-1269B32C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331CB-3CD3-41C4-9671-73474989A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70FCD-5794-415B-B7BF-9F6C6F404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1ADA5-22AF-4F91-9084-8FDEF81E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EAF15-C71E-4395-9386-7509F021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E3308-1084-4FEF-9D96-2F2BA80A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47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811D-9C35-426A-8DD3-8F7E861D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CACFE-0E19-4467-AB6B-72BA1FD04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05A31-CB99-4182-AC2F-8F04D4C4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95EE-15BF-4F36-99A3-F756E39F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94E6C-D826-437D-929C-91F9924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9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20100-767F-49EE-A10C-5B72DFC35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FF850-52FF-4A70-9D82-0A8C4B7C5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9C665-E1EB-4DE4-B947-41C89F6A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DC016-D6AD-408A-840A-F87375BE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6F9C-390D-471B-BF89-031AE3AD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76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11260-B8B1-496E-9B3A-69193280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02254-A002-49B1-9072-1A7B54D4C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EC65A-1019-44B8-8A32-7F5B8CACE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0E8B5-3F65-4593-AF3B-73255D05669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057D8-E7BF-4BEE-A208-27478C93B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1D5C4-78E3-470F-8F81-AFBEA7582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64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Emma1-png/RobotBacku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A35D-A9BF-4DF3-A908-BAB1A0C20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chemeClr val="tx2">
                    <a:lumMod val="75000"/>
                  </a:schemeClr>
                </a:solidFill>
              </a:rPr>
              <a:t>HHS 2025-2026 Robotics Season DECODE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4B1E9-1622-45A5-8495-41935C20D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By Alistair Taylor, Flynn Lambley, Elijah Sutton, Miles Clark, Lilly Salter</a:t>
            </a:r>
          </a:p>
        </p:txBody>
      </p:sp>
      <p:pic>
        <p:nvPicPr>
          <p:cNvPr id="1026" name="Picture 2" descr="FIRST Tech Challenge - YouTube">
            <a:extLst>
              <a:ext uri="{FF2B5EF4-FFF2-40B4-BE49-F238E27FC236}">
                <a16:creationId xmlns:a16="http://schemas.microsoft.com/office/drawing/2014/main" id="{5F313868-89A3-E250-3A3F-2C182F427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1B1940-250C-00DD-3DB6-5138FF9C8F35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1028" name="Picture 4" descr="2025-2026 DECODE">
            <a:extLst>
              <a:ext uri="{FF2B5EF4-FFF2-40B4-BE49-F238E27FC236}">
                <a16:creationId xmlns:a16="http://schemas.microsoft.com/office/drawing/2014/main" id="{ECEE3BC6-2D3F-0381-3BA6-4B25573E4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0479" y="100698"/>
            <a:ext cx="176212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va custom software development">
            <a:extLst>
              <a:ext uri="{FF2B5EF4-FFF2-40B4-BE49-F238E27FC236}">
                <a16:creationId xmlns:a16="http://schemas.microsoft.com/office/drawing/2014/main" id="{0CF5A408-FDDE-1BC8-2288-95F504A6C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4892674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261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37AE-BDDF-AB4A-46DD-DB596285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D050-93A7-350D-3B4B-44F78A45E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Our robot uses omnidirectional wheels, which can sometimes be known as “</a:t>
            </a:r>
            <a:r>
              <a:rPr lang="en-GB" dirty="0" err="1"/>
              <a:t>mecanum</a:t>
            </a:r>
            <a:r>
              <a:rPr lang="en-GB" dirty="0"/>
              <a:t>”. With this, it allows our robot to move in many directions, enabling us to move in all degrees of motion.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you or any other team wants to have a look at the code (written in Java), the repository on GitHub is </a:t>
            </a:r>
            <a:r>
              <a:rPr lang="en-GB" dirty="0">
                <a:hlinkClick r:id="rId2"/>
              </a:rPr>
              <a:t>here</a:t>
            </a:r>
            <a:r>
              <a:rPr lang="en-GB" dirty="0"/>
              <a:t>.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8783E3C9-34A0-ADEE-6AEC-68EA83B0B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E7B912-187F-ACBC-AC66-18AEFD9C3542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D2291A97-BE4A-0807-8110-EC6BD4CD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666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20E2-0D5F-BC54-15B6-CEBA2EC2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Team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3EA54C03-726C-1F2A-CA32-F0AC95727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39A959-E43C-B122-0CFB-6D5EEC1A5F21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7D4121F8-51F2-F47A-DB5E-C1321D920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828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1406-9FFD-F05C-88E5-817E097E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988" y="365126"/>
            <a:ext cx="3371491" cy="473076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2400" dirty="0"/>
              <a:t>Alistair – The Programmer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FC366-37D4-548B-CF2C-D006A486B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713" y="838201"/>
            <a:ext cx="8659487" cy="923330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dirty="0"/>
              <a:t>I am the programmer of the robot, which has been quite a challenge to learn Java in such a short space of time!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5FA267BD-522A-8638-27F4-A94930B1B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2320EF-6B02-43E7-380D-65EDC686F4E7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11BF5F9D-2E1C-90F0-9627-7DD266760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4826166-2DDF-4595-AD59-FC54C9BE3620}"/>
              </a:ext>
            </a:extLst>
          </p:cNvPr>
          <p:cNvSpPr txBox="1">
            <a:spLocks/>
          </p:cNvSpPr>
          <p:nvPr/>
        </p:nvSpPr>
        <p:spPr>
          <a:xfrm>
            <a:off x="949746" y="1915004"/>
            <a:ext cx="3371491" cy="47307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Miles – The Team organiser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E6A9C1-EAAB-EED2-7061-E13420863034}"/>
              </a:ext>
            </a:extLst>
          </p:cNvPr>
          <p:cNvSpPr txBox="1">
            <a:spLocks/>
          </p:cNvSpPr>
          <p:nvPr/>
        </p:nvSpPr>
        <p:spPr>
          <a:xfrm>
            <a:off x="949746" y="2429949"/>
            <a:ext cx="8659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 am responsible for organising the team and their morale support.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A1A899-9938-495C-7864-1C01FC91A95D}"/>
              </a:ext>
            </a:extLst>
          </p:cNvPr>
          <p:cNvSpPr txBox="1">
            <a:spLocks/>
          </p:cNvSpPr>
          <p:nvPr/>
        </p:nvSpPr>
        <p:spPr>
          <a:xfrm>
            <a:off x="946870" y="3585650"/>
            <a:ext cx="3371491" cy="47307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Lilly – The builder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20DD1B-25F5-84B7-5C39-BB03A6E2D97A}"/>
              </a:ext>
            </a:extLst>
          </p:cNvPr>
          <p:cNvSpPr txBox="1">
            <a:spLocks/>
          </p:cNvSpPr>
          <p:nvPr/>
        </p:nvSpPr>
        <p:spPr>
          <a:xfrm>
            <a:off x="944595" y="4058725"/>
            <a:ext cx="8659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Description of Role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0529A1-D159-1D19-D6CF-93D84CCFB1C9}"/>
              </a:ext>
            </a:extLst>
          </p:cNvPr>
          <p:cNvSpPr/>
          <p:nvPr/>
        </p:nvSpPr>
        <p:spPr>
          <a:xfrm>
            <a:off x="4315479" y="365126"/>
            <a:ext cx="5285721" cy="4730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4F3B74-D3B7-BEAA-5BAD-27F4A4DC48D4}"/>
              </a:ext>
            </a:extLst>
          </p:cNvPr>
          <p:cNvSpPr/>
          <p:nvPr/>
        </p:nvSpPr>
        <p:spPr>
          <a:xfrm>
            <a:off x="4323512" y="1915005"/>
            <a:ext cx="5285721" cy="4730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3A84D2-B227-35DC-728F-AFFB7A97F433}"/>
              </a:ext>
            </a:extLst>
          </p:cNvPr>
          <p:cNvSpPr/>
          <p:nvPr/>
        </p:nvSpPr>
        <p:spPr>
          <a:xfrm>
            <a:off x="4323512" y="3585649"/>
            <a:ext cx="5285721" cy="4730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861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C16B-1A46-2D45-622A-3B27A9AF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315C-B5BA-4FE2-43F4-826C027A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988" y="365126"/>
            <a:ext cx="3371491" cy="473076"/>
          </a:xfrm>
          <a:ln w="127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2400" dirty="0"/>
              <a:t>Elijah – The Input designer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5F112-1679-252C-9D3B-18DB77F99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713" y="838201"/>
            <a:ext cx="8659487" cy="923330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dirty="0"/>
              <a:t>Description of Role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8FC48A72-2B55-7702-D6F8-90E24081D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54B1B4-FCF2-3A29-DA22-D48F88E8332A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10C3FFC2-9F05-2050-D678-E2E3A4E6E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759985C-2601-3666-0261-ADFF5F509DBF}"/>
              </a:ext>
            </a:extLst>
          </p:cNvPr>
          <p:cNvSpPr txBox="1">
            <a:spLocks/>
          </p:cNvSpPr>
          <p:nvPr/>
        </p:nvSpPr>
        <p:spPr>
          <a:xfrm>
            <a:off x="949746" y="1915004"/>
            <a:ext cx="3371491" cy="47307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Flynn – Output designer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F61058-92AC-8B84-E3F4-62CE0C648394}"/>
              </a:ext>
            </a:extLst>
          </p:cNvPr>
          <p:cNvSpPr txBox="1">
            <a:spLocks/>
          </p:cNvSpPr>
          <p:nvPr/>
        </p:nvSpPr>
        <p:spPr>
          <a:xfrm>
            <a:off x="947471" y="2388079"/>
            <a:ext cx="8659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Description of Role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3C01E3F-AB45-8F32-F067-A2EE04C67FBC}"/>
              </a:ext>
            </a:extLst>
          </p:cNvPr>
          <p:cNvSpPr txBox="1">
            <a:spLocks/>
          </p:cNvSpPr>
          <p:nvPr/>
        </p:nvSpPr>
        <p:spPr>
          <a:xfrm>
            <a:off x="946870" y="3585650"/>
            <a:ext cx="3371491" cy="47307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Tom – The victim of workplace harassment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B443BC1-A25B-F792-6EE3-19002AF4BAFA}"/>
              </a:ext>
            </a:extLst>
          </p:cNvPr>
          <p:cNvSpPr txBox="1">
            <a:spLocks/>
          </p:cNvSpPr>
          <p:nvPr/>
        </p:nvSpPr>
        <p:spPr>
          <a:xfrm>
            <a:off x="944595" y="4058725"/>
            <a:ext cx="8659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Description of Role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B849E5-B27D-527A-27C4-C5709453AF4B}"/>
              </a:ext>
            </a:extLst>
          </p:cNvPr>
          <p:cNvSpPr/>
          <p:nvPr/>
        </p:nvSpPr>
        <p:spPr>
          <a:xfrm>
            <a:off x="4315479" y="365126"/>
            <a:ext cx="5285721" cy="4730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2A5913-C565-F16C-7CEC-2DCD28D10167}"/>
              </a:ext>
            </a:extLst>
          </p:cNvPr>
          <p:cNvSpPr/>
          <p:nvPr/>
        </p:nvSpPr>
        <p:spPr>
          <a:xfrm>
            <a:off x="4323512" y="1915005"/>
            <a:ext cx="5285721" cy="4730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9CEDD1-1919-B0AA-01F2-35DE70CEB114}"/>
              </a:ext>
            </a:extLst>
          </p:cNvPr>
          <p:cNvSpPr/>
          <p:nvPr/>
        </p:nvSpPr>
        <p:spPr>
          <a:xfrm>
            <a:off x="4323512" y="3585649"/>
            <a:ext cx="5285721" cy="4730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265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EC9D-9CC7-6F84-FE3D-E170B6BBF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C17E8-BEFF-C2F1-4DC6-0975CCBF6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Alistair Taylor</a:t>
            </a:r>
          </a:p>
        </p:txBody>
      </p:sp>
      <p:pic>
        <p:nvPicPr>
          <p:cNvPr id="4" name="Picture 2" descr="FIRST Tech Challenge - YouTube">
            <a:extLst>
              <a:ext uri="{FF2B5EF4-FFF2-40B4-BE49-F238E27FC236}">
                <a16:creationId xmlns:a16="http://schemas.microsoft.com/office/drawing/2014/main" id="{5219B4EE-76AB-28D3-D694-7D5CF81C5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E39310-4BC8-6E6F-08B7-C298FED124B8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21126</a:t>
            </a:r>
          </a:p>
        </p:txBody>
      </p:sp>
      <p:pic>
        <p:nvPicPr>
          <p:cNvPr id="6" name="Picture 4" descr="2025-2026 DECODE">
            <a:extLst>
              <a:ext uri="{FF2B5EF4-FFF2-40B4-BE49-F238E27FC236}">
                <a16:creationId xmlns:a16="http://schemas.microsoft.com/office/drawing/2014/main" id="{341DE4F7-BE8E-D730-181A-A9185A157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668" y="100698"/>
            <a:ext cx="1132936" cy="1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440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EF19E-DC89-E85B-C421-C56610B8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brief overview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ECA7F-7A0F-7ACF-B78D-199F74BB4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059" y="1509862"/>
            <a:ext cx="45212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Our robot is split into two sections: the drive &amp; the launcher section.</a:t>
            </a:r>
          </a:p>
          <a:p>
            <a:pPr marL="0" indent="0">
              <a:buNone/>
            </a:pPr>
            <a:r>
              <a:rPr lang="en-GB" dirty="0"/>
              <a:t>First, the drive section, the code at the side is responsible for the driving of the omni directional robot.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Confusingly, the </a:t>
            </a:r>
            <a:r>
              <a:rPr lang="en-GB" dirty="0" err="1"/>
              <a:t>BackLeft</a:t>
            </a:r>
            <a:r>
              <a:rPr lang="en-GB" dirty="0"/>
              <a:t> motor is reversed.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A7D3BA-748C-BEA3-5AD0-35FC9F4B5FFE}"/>
                  </a:ext>
                </a:extLst>
              </p14:cNvPr>
              <p14:cNvContentPartPr/>
              <p14:nvPr/>
            </p14:nvContentPartPr>
            <p14:xfrm>
              <a:off x="8743320" y="3781900"/>
              <a:ext cx="1863000" cy="1355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A7D3BA-748C-BEA3-5AD0-35FC9F4B5F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9000" y="3777580"/>
                <a:ext cx="1871640" cy="13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6969A6-9CD5-663F-6326-4E4EAC3F6203}"/>
                  </a:ext>
                </a:extLst>
              </p14:cNvPr>
              <p14:cNvContentPartPr/>
              <p14:nvPr/>
            </p14:nvContentPartPr>
            <p14:xfrm>
              <a:off x="9916560" y="6003820"/>
              <a:ext cx="15120" cy="153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6969A6-9CD5-663F-6326-4E4EAC3F62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12240" y="5999500"/>
                <a:ext cx="23760" cy="162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3ED6A7F-E9C1-0D23-F956-9027CD2EF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853088"/>
            <a:ext cx="6140710" cy="1928812"/>
          </a:xfrm>
          <a:prstGeom prst="rect">
            <a:avLst/>
          </a:prstGeom>
        </p:spPr>
      </p:pic>
      <p:pic>
        <p:nvPicPr>
          <p:cNvPr id="1026" name="Picture 2" descr="Mecanum TeleOp - Game Manual 0">
            <a:extLst>
              <a:ext uri="{FF2B5EF4-FFF2-40B4-BE49-F238E27FC236}">
                <a16:creationId xmlns:a16="http://schemas.microsoft.com/office/drawing/2014/main" id="{E3B63F1A-95F0-B0E4-70CD-B77B0CE0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20" y="3944300"/>
            <a:ext cx="3729922" cy="270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378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230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HHS 2025-2026 Robotics Season DECODE</vt:lpstr>
      <vt:lpstr>Our Robot</vt:lpstr>
      <vt:lpstr>The Team</vt:lpstr>
      <vt:lpstr>Alistair – The Programmer</vt:lpstr>
      <vt:lpstr>Elijah – The Input designer</vt:lpstr>
      <vt:lpstr>Programming</vt:lpstr>
      <vt:lpstr>A brief overview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AN EXCEPTIONAL ENGINEERING NOTEBOOK</dc:title>
  <dc:creator>Administrator</dc:creator>
  <cp:lastModifiedBy>Jonathan Woodhouse</cp:lastModifiedBy>
  <cp:revision>7</cp:revision>
  <dcterms:created xsi:type="dcterms:W3CDTF">2025-12-18T16:57:54Z</dcterms:created>
  <dcterms:modified xsi:type="dcterms:W3CDTF">2026-01-30T16:44:26Z</dcterms:modified>
</cp:coreProperties>
</file>